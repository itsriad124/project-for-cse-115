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37A52-DD36-4BE2-C69D-614110DAE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4EEE1-8EEA-2FAA-19B1-F20B1D8F9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F1AF2-2266-136C-8926-BF3262FA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9F63-19DC-4805-B94D-17BD08F1BA1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8ECB-551D-2B0E-5DB3-CF6103E0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8B3FC-9D9B-9CBA-3757-F3AA973B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C44A-0BD8-43C9-8433-7B9456206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108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082E-5793-3457-333F-981BB5E28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46081-57BC-0684-BB26-D3FD341F5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20F9C-8C4A-F0D2-7DE4-D89FAADF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9F63-19DC-4805-B94D-17BD08F1BA1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39736-B737-90E9-A01B-1878519F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9F7B2-366C-B202-92E4-B249825E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C44A-0BD8-43C9-8433-7B9456206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5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84B50-998B-B74E-CEEA-41BC9C8EE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90CE0-A3D0-1F92-F55D-0A0282BA0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29368-EEAC-9446-9D4E-1F2272D1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9F63-19DC-4805-B94D-17BD08F1BA1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CD313-7669-3E15-D77B-CCF73BAA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D3E92-9BBA-E421-B8C2-D610F353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C44A-0BD8-43C9-8433-7B9456206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7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A56F-1B37-EDC1-A164-9E38CC9E7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7FBAD-58A8-ED7B-28A8-3F1F1D4B0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9B2AB-FFC6-394C-C5DF-F2F4735CA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36798-23C6-A799-E350-651C4CCE4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9F63-19DC-4805-B94D-17BD08F1BA1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B5F0D-3485-243D-7FDA-119F82350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28065-59B7-3EB2-D6D1-164F6C98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C44A-0BD8-43C9-8433-7B9456206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32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833F-7844-8E7B-92CA-3C3B19CAE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CA7EC-5911-B2D7-79E6-C88CE12ED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FE00D-B008-F536-4136-2710817DE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04708C-AE40-8976-5AAC-BA28998C55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EC8617-7E9A-95EF-7BB5-641D11710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46D3B5-9E67-2C47-1C09-FC8AAF6C4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9F63-19DC-4805-B94D-17BD08F1BA1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9101A9-DD79-BC27-71AE-E4687F03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D9DC92-270D-9393-F4BE-50EA22CF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C44A-0BD8-43C9-8433-7B9456206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4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10A3B-5DA1-28C8-F2EE-8630B930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3325CC-329E-E0E9-ABE3-68DFE335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9F63-19DC-4805-B94D-17BD08F1BA1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2B8E8-1F68-4156-BE18-E2FAA77B0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C08E5-6107-82CA-927E-F4B7A696E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C44A-0BD8-43C9-8433-7B9456206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10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52753B-299B-D644-7129-8FC626F9A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9F63-19DC-4805-B94D-17BD08F1BA1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F992A-A513-6EA0-835A-C398B33A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21D2D-67F1-D069-D8DC-5586E901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C44A-0BD8-43C9-8433-7B9456206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31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996D-4FE9-F0F8-276D-D16B2FA56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D85ED-E490-0718-2F9E-1005956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1374A-A805-9480-8777-CB7A0703E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70416-037B-3F50-B251-72E0D36A6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9F63-19DC-4805-B94D-17BD08F1BA1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8FBEA-8D19-AACF-3AC0-EEC76417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7BED9-8775-A668-8F23-ABA93D35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C44A-0BD8-43C9-8433-7B9456206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DE68D-1F95-5D3A-8F14-12EFE867E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ABFC23-9772-6C40-18D9-DA2CA7798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C3B86-E95A-D2FC-AE9B-6E641F5A6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CAC31-67B6-544E-4E37-5320333F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9F63-19DC-4805-B94D-17BD08F1BA1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9B38D-BB05-55EE-0B36-B13A96D9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581C7-3CBF-1AC2-A405-C59E827D8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C44A-0BD8-43C9-8433-7B9456206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12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1741E-615E-528C-29F6-D64B5653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7E81D-1D1F-4018-7341-6AF6A3A37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C2A7D-F93C-0E62-2C34-660E5C9C7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9F63-19DC-4805-B94D-17BD08F1BA1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B37C8-190E-05CD-258F-D4A64126F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D81A-B860-4FC8-286E-7C9B8DE4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C44A-0BD8-43C9-8433-7B9456206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17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1EB252-8456-6032-A5CF-AA558CB57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55A97-B5A8-4F54-E1CD-8FE33CCB2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16DA6-ABAD-9DDE-1472-476A47209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E9F63-19DC-4805-B94D-17BD08F1BA1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2307C-CF90-4E5A-FDF6-B5962DFCF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06F63-6D73-1780-0325-B0C624D4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C44A-0BD8-43C9-8433-7B9456206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85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9B454-C7B5-E3AE-EBDC-753BCAB1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72BBA-CBEF-9763-6285-69612CD02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897EB-A12D-913E-B3CF-B159B9A45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E9F63-19DC-4805-B94D-17BD08F1BA1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0F921-11DB-C8CE-E5FC-722A3A4CC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AE117-D135-C134-D0FA-DC304880F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81C44A-0BD8-43C9-8433-7B9456206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28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code on a white background&#10;&#10;AI-generated content may be incorrect.">
            <a:extLst>
              <a:ext uri="{FF2B5EF4-FFF2-40B4-BE49-F238E27FC236}">
                <a16:creationId xmlns:a16="http://schemas.microsoft.com/office/drawing/2014/main" id="{2A1F7709-FD54-D2D4-F371-BD75CB7DD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53" y="723900"/>
            <a:ext cx="11887093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03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D5EF7B9-A910-BFFD-B61E-F1F31B41F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73297"/>
            <a:ext cx="8382000" cy="671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20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code with text&#10;&#10;AI-generated content may be incorrect.">
            <a:extLst>
              <a:ext uri="{FF2B5EF4-FFF2-40B4-BE49-F238E27FC236}">
                <a16:creationId xmlns:a16="http://schemas.microsoft.com/office/drawing/2014/main" id="{90D513AB-ECD8-B009-75B7-028143C1A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167046"/>
            <a:ext cx="12188351" cy="452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0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6C9063-7AF0-E6FB-A256-E3DC72414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344883"/>
            <a:ext cx="9550400" cy="616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61118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C1CB77-0965-2DCE-6A7E-40A9F714E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0" y="120650"/>
            <a:ext cx="9969500" cy="661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58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Tazrian Ahmed Shampricto</dc:creator>
  <cp:lastModifiedBy>Syed Tazrian Ahmed Shampricto</cp:lastModifiedBy>
  <cp:revision>4</cp:revision>
  <dcterms:created xsi:type="dcterms:W3CDTF">2025-12-13T10:57:25Z</dcterms:created>
  <dcterms:modified xsi:type="dcterms:W3CDTF">2025-12-14T06:27:57Z</dcterms:modified>
</cp:coreProperties>
</file>